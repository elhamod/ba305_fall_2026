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6" r:id="rId1"/>
  </p:sldMasterIdLst>
  <p:notesMasterIdLst>
    <p:notesMasterId r:id="rId6"/>
  </p:notesMasterIdLst>
  <p:handoutMasterIdLst>
    <p:handoutMasterId r:id="rId7"/>
  </p:handoutMasterIdLst>
  <p:sldIdLst>
    <p:sldId id="336" r:id="rId3"/>
    <p:sldId id="337" r:id="rId4"/>
    <p:sldId id="338" r:id="rId5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itchFamily="-6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6CA"/>
    <a:srgbClr val="CB663D"/>
    <a:srgbClr val="B5E3EE"/>
    <a:srgbClr val="C773AE"/>
    <a:srgbClr val="313155"/>
    <a:srgbClr val="C6564F"/>
    <a:srgbClr val="E31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8" autoAdjust="0"/>
    <p:restoredTop sz="96323" autoAdjust="0"/>
  </p:normalViewPr>
  <p:slideViewPr>
    <p:cSldViewPr>
      <p:cViewPr varScale="1">
        <p:scale>
          <a:sx n="177" d="100"/>
          <a:sy n="177" d="100"/>
        </p:scale>
        <p:origin x="528" y="1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3" d="100"/>
          <a:sy n="113" d="100"/>
        </p:scale>
        <p:origin x="1200" y="1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7AF7A9F-FC2F-B146-A32A-EBE0E30727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96F31C1-A6ED-3D4C-8D02-D576EEA2EC2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8E7DA1A-5932-A442-9700-B9AFC7DFFC0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07FF88B9-DD8D-B24A-944A-16B25274387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fld id="{478AAF35-C9B0-A241-B455-15ECBDFD9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5B7B0B0-BF5D-8147-93CC-202C96ABCB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988263B-68C1-4049-B026-5FCB717E442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AF433A89-F651-0E41-B73D-2CE2F3B14C0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7C974E4-68F6-704B-933A-9FBFF58E9EA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CA365EE-157A-234B-9EA7-B4B32FDAFA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A7FDA28-4C58-ED48-8DF6-7C98C68F7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fld id="{49C1763A-0876-B845-9831-CB8F169589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724150"/>
            <a:ext cx="6858000" cy="1241822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1972171-6A13-E843-97EF-71322E18AB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0496" y="1217613"/>
            <a:ext cx="6858000" cy="97155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566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3350"/>
            <a:ext cx="7886700" cy="841375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50"/>
            <a:ext cx="7886700" cy="2667000"/>
          </a:xfrm>
        </p:spPr>
        <p:txBody>
          <a:bodyPr/>
          <a:lstStyle>
            <a:lvl1pPr>
              <a:buClr>
                <a:srgbClr val="C00000"/>
              </a:buClr>
              <a:defRPr sz="1600"/>
            </a:lvl1pPr>
            <a:lvl2pPr>
              <a:buClr>
                <a:srgbClr val="C00000"/>
              </a:buClr>
              <a:defRPr sz="1300"/>
            </a:lvl2pPr>
            <a:lvl3pPr>
              <a:buClr>
                <a:srgbClr val="C00000"/>
              </a:buClr>
              <a:defRPr sz="1100"/>
            </a:lvl3pPr>
            <a:lvl4pPr>
              <a:buClr>
                <a:srgbClr val="C00000"/>
              </a:buClr>
              <a:defRPr sz="900"/>
            </a:lvl4pPr>
            <a:lvl5pPr>
              <a:buClr>
                <a:srgbClr val="C00000"/>
              </a:buClr>
              <a:defRPr sz="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86C9E17-3BEE-4819-808F-37362C763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58000" y="476314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45E90-A357-457F-A2E6-2CB609DBCD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415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489084D-70EB-D343-A345-C82631574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19483"/>
            <a:ext cx="78867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AC9DE31-7BFB-794F-A4A0-FF366B678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762125"/>
            <a:ext cx="78867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B0A5EFE-ABF3-A443-8C07-FEED45DAEB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8" y="-4763"/>
            <a:ext cx="9144000" cy="3683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ea typeface="Osaka" charset="0"/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C9CBC1F-6FEB-0541-BC69-0EA56E8665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67400" y="4785047"/>
            <a:ext cx="2743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900" b="1" i="0" baseline="0" dirty="0">
                <a:latin typeface="Arial Bold" charset="0"/>
                <a:ea typeface="Osaka" charset="0"/>
              </a:rPr>
              <a:t>Boston University</a:t>
            </a:r>
            <a:r>
              <a:rPr lang="en-US" altLang="en-US" sz="900" dirty="0">
                <a:latin typeface="Arial" charset="0"/>
                <a:ea typeface="Osaka" charset="0"/>
              </a:rPr>
              <a:t> Questrom School of Business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B75EB4-F2AA-4330-96C0-999CCF410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58000" y="476314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45E90-A357-457F-A2E6-2CB609DBCD0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0" r:id="rId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Arial Regular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Regular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 kern="1200">
          <a:solidFill>
            <a:schemeClr val="tx1"/>
          </a:solidFill>
          <a:latin typeface="Arial Regular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ern="1200">
          <a:solidFill>
            <a:schemeClr val="tx1"/>
          </a:solidFill>
          <a:latin typeface="Arial Regular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 Regular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300" kern="1200">
          <a:solidFill>
            <a:schemeClr val="tx1"/>
          </a:solidFill>
          <a:latin typeface="Arial Regular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300" kern="1200">
          <a:solidFill>
            <a:schemeClr val="tx1"/>
          </a:solidFill>
          <a:latin typeface="Arial Regular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u.edu/tech/support/google/" TargetMode="External"/><Relationship Id="rId3" Type="http://schemas.openxmlformats.org/officeDocument/2006/relationships/hyperlink" Target="https://drive.google.com/drive/folders/1A0CH3MWMjHx0_nD59YBU9MPjGNCTr8i2?usp=sharing" TargetMode="Externa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416B-B7E2-4984-BC06-D18EF1A66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makes a good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96B1-932B-434E-AA99-DFBB5F04A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Curiosity… </a:t>
            </a:r>
          </a:p>
          <a:p>
            <a:r>
              <a:rPr lang="en-US" dirty="0"/>
              <a:t>Clear explanations</a:t>
            </a:r>
          </a:p>
          <a:p>
            <a:r>
              <a:rPr lang="en-US" dirty="0"/>
              <a:t>How the class has helped with the project</a:t>
            </a:r>
          </a:p>
          <a:p>
            <a:r>
              <a:rPr lang="en-US" dirty="0"/>
              <a:t>Lessons learned beyond the class</a:t>
            </a:r>
          </a:p>
          <a:p>
            <a:pPr lvl="1"/>
            <a:r>
              <a:rPr lang="en-US" dirty="0"/>
              <a:t>Unexpected problems of interest that you can share with class</a:t>
            </a:r>
          </a:p>
          <a:p>
            <a:pPr lvl="1"/>
            <a:r>
              <a:rPr lang="en-US" dirty="0"/>
              <a:t>What was different going from classroom setting to real project setting?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C065-E65E-41C1-9F0B-C277DE06B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445E90-A357-457F-A2E6-2CB609DBCD0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30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416B-B7E2-4984-BC06-D18EF1A66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makes a bad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96B1-932B-434E-AA99-DFBB5F04A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Copy/paste of stuff found online</a:t>
            </a:r>
          </a:p>
          <a:p>
            <a:r>
              <a:rPr lang="en-US" dirty="0"/>
              <a:t>Copy/paste of </a:t>
            </a:r>
            <a:r>
              <a:rPr lang="en-US" dirty="0" err="1"/>
              <a:t>chatgpt</a:t>
            </a:r>
            <a:endParaRPr lang="en-US" dirty="0"/>
          </a:p>
          <a:p>
            <a:r>
              <a:rPr lang="en-US" dirty="0"/>
              <a:t>Copy/paste of classroom content</a:t>
            </a:r>
          </a:p>
          <a:p>
            <a:r>
              <a:rPr lang="en-US" dirty="0"/>
              <a:t>No intellectual curiosity to explore things</a:t>
            </a:r>
          </a:p>
          <a:p>
            <a:r>
              <a:rPr lang="en-US" dirty="0"/>
              <a:t>Overly complex/wrong explanations</a:t>
            </a:r>
          </a:p>
          <a:p>
            <a:r>
              <a:rPr lang="en-US" dirty="0"/>
              <a:t>No real analysis</a:t>
            </a:r>
          </a:p>
          <a:p>
            <a:r>
              <a:rPr lang="en-US" dirty="0"/>
              <a:t>Lack of overall effort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C065-E65E-41C1-9F0B-C277DE06B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445E90-A357-457F-A2E6-2CB609DBCD0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8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416B-B7E2-4984-BC06-D18EF1A66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Examples of “successful” past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96B1-932B-434E-AA99-DFBB5F04A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r>
              <a:rPr lang="en-US" dirty="0"/>
              <a:t>Below you will find a link with 2 examples</a:t>
            </a:r>
          </a:p>
          <a:p>
            <a:pPr lvl="1"/>
            <a:r>
              <a:rPr lang="en-US" u="sng" dirty="0"/>
              <a:t>IMPORTANTLY</a:t>
            </a:r>
            <a:r>
              <a:rPr lang="en-US" dirty="0"/>
              <a:t>: you will need to copy paste this link in a browser with your </a:t>
            </a:r>
            <a:r>
              <a:rPr lang="en-US" dirty="0">
                <a:highlight>
                  <a:srgbClr val="FFFF00"/>
                </a:highlight>
              </a:rPr>
              <a:t>BU google login</a:t>
            </a:r>
            <a:r>
              <a:rPr lang="en-US" dirty="0"/>
              <a:t>. You will not be granted access otherwise.</a:t>
            </a:r>
            <a:br>
              <a:rPr lang="en-US" dirty="0"/>
            </a:br>
            <a:endParaRPr lang="en-US" dirty="0"/>
          </a:p>
          <a:p>
            <a:pPr lvl="2"/>
            <a:r>
              <a:rPr lang="en-US" dirty="0"/>
              <a:t>If you don’t know how to get a BU google account, go here first and get one: </a:t>
            </a:r>
            <a:r>
              <a:rPr lang="en-US" dirty="0">
                <a:hlinkClick r:id="rId2"/>
              </a:rPr>
              <a:t>https://www.bu.edu/tech/support/google/</a:t>
            </a:r>
            <a:endParaRPr lang="en-US" dirty="0"/>
          </a:p>
          <a:p>
            <a:pPr lvl="2"/>
            <a:r>
              <a:rPr lang="en-US" dirty="0"/>
              <a:t>After that, you can open a new chrome session with your BU google account and paste the following link to access the files:</a:t>
            </a:r>
            <a:br>
              <a:rPr lang="en-US" dirty="0"/>
            </a:br>
            <a:r>
              <a:rPr lang="en-US" dirty="0">
                <a:hlinkClick r:id="rId3"/>
              </a:rPr>
              <a:t>https://drive.google.com/drive/folders/1A0CH3MWMjHx0_nD59YBU9MPjGNCTr8i2?usp=sharing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I will repeat this again: IF YOU TRY TO OPEN THIS while signed in with your personal </a:t>
            </a:r>
            <a:r>
              <a:rPr lang="en-US" dirty="0" err="1"/>
              <a:t>gmail</a:t>
            </a:r>
            <a:r>
              <a:rPr lang="en-US" dirty="0"/>
              <a:t> account, it will tell you do not have access. </a:t>
            </a:r>
            <a:r>
              <a:rPr lang="en-US" dirty="0">
                <a:highlight>
                  <a:srgbClr val="FFFF00"/>
                </a:highlight>
              </a:rPr>
              <a:t>Do not click on the “request access” button</a:t>
            </a:r>
            <a:r>
              <a:rPr lang="en-US" dirty="0"/>
              <a:t>, as this won’t help. The only way to access the files is to use your BU google login instead.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C065-E65E-41C1-9F0B-C277DE06B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445E90-A357-457F-A2E6-2CB609DBCD0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4126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14618</TotalTime>
  <Words>327</Words>
  <Application>Microsoft Office PowerPoint</Application>
  <PresentationFormat>On-screen Show (16:9)</PresentationFormat>
  <Paragraphs>51</Paragraphs>
  <Slides>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Bold</vt:lpstr>
      <vt:lpstr>Arial Regular</vt:lpstr>
      <vt:lpstr>Wingdings</vt:lpstr>
      <vt:lpstr>Blank Presentation</vt:lpstr>
      <vt:lpstr>Project grading guideline (approximate breakdown)</vt:lpstr>
      <vt:lpstr>What makes a good project?</vt:lpstr>
      <vt:lpstr>What makes a bad project?</vt:lpstr>
      <vt:lpstr>Examples of “successful” past projects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Gerry Tsoukalas</cp:lastModifiedBy>
  <cp:revision>1352</cp:revision>
  <cp:lastPrinted>2021-09-17T20:14:57Z</cp:lastPrinted>
  <dcterms:created xsi:type="dcterms:W3CDTF">2008-01-28T19:49:47Z</dcterms:created>
  <dcterms:modified xsi:type="dcterms:W3CDTF">2023-02-15T03:35:57Z</dcterms:modified>
</cp:coreProperties>
</file>